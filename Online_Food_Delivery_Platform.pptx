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3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92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291840" cy="3291840"/>
          </a:xfrm>
          <a:prstGeom prst="ellipse">
            <a:avLst/>
          </a:prstGeom>
          <a:solidFill>
            <a:srgbClr val="F96167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F96167">
              <a:alpha val="3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Food Delivery Platform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web application connecting customers, restaurants, and delivery services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11480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343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Deepsikha Biswal   •   Alekhya
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 No-2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51560"/>
            <a:ext cx="548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66751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database-driven web app that automates restaurant food ordering end-to-end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three user types — customers, restaurants, and delivery services — on one platform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browse menus, add items to cart, place orders, pay, and track status in real time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manage menus &amp; incoming orders; admins manage users, restaurants &amp; activity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focus: a reliable relational database and backend with integrity via constraints &amp; normalization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SQL, CRUD, normalization, transactions, API development, and authentication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371600"/>
            <a:ext cx="4389120" cy="4389120"/>
          </a:xfrm>
          <a:prstGeom prst="ellipse">
            <a:avLst/>
          </a:prstGeom>
          <a:solidFill>
            <a:srgbClr val="2F3C7E">
              <a:alpha val="10000"/>
            </a:srgbClr>
          </a:solidFill>
          <a:ln w="12700">
            <a:solidFill>
              <a:srgbClr val="2F3C7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251460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43800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87000" y="2514600"/>
            <a:ext cx="1005840" cy="10058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38360" y="3520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89720" y="406908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41080" y="5074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235440" y="3246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Platform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51560"/>
            <a:ext cx="548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554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E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ordering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2140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app-per-restaurant ordering causes errors, delays, and poor order tracking.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5544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E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75120" y="178308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Unmanaged operations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12140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struggle to manage menus, incoming orders, and inventory without a central system.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7947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E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access control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36168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role-based access creates security and data-management risks across all user types.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7947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5EE"/>
            </a:solidFill>
            <a:prstDash val="solid"/>
          </a:ln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402336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75120" y="4023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data &amp; APIs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4361688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scalable platform or standardized backend APIs to keep order, payment &amp; delivery data consistent.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Platform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51560"/>
            <a:ext cx="548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F2F0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phone / in-person ordering or disconnected per-restaurant apps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or no real-time order tracking for customers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database — order &amp; payment data managed separately, prone to inconsistency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✗"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role-based access control; weak security and authorization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18288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33172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web platform connecting customers, restaurants, and delivery personnel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relational database (MySQL) with normalized schema for all entities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 handle authentication, cart, order processing &amp; payments consistently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access via JWT for every user type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status tracking from placement to delivery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Platform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6072" y="960120"/>
            <a:ext cx="548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7863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  <a:effectLst>
            <a:outerShdw blurRad="635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17320"/>
            <a:ext cx="109728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5453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6733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for browsing restaurants, menus, cart &amp; order tracking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45152" y="2487168"/>
            <a:ext cx="219456" cy="283464"/>
          </a:xfrm>
          <a:prstGeom prst="downArrow">
            <a:avLst/>
          </a:prstGeom>
          <a:solidFill>
            <a:srgbClr val="6B6B7A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788920"/>
            <a:ext cx="7863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  <a:effectLst>
            <a:outerShdw blurRad="635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2788920"/>
            <a:ext cx="109728" cy="105156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29169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Express.js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0449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 for auth, menu, cart, order &amp; payment processing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45152" y="3858768"/>
            <a:ext cx="219456" cy="283464"/>
          </a:xfrm>
          <a:prstGeom prst="downArrow">
            <a:avLst/>
          </a:prstGeom>
          <a:solidFill>
            <a:srgbClr val="6B6B7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160520"/>
            <a:ext cx="7863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999999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4160520"/>
            <a:ext cx="109728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2885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544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44165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users, restaurants, items, orders, payments &amp; delivery status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06840" y="1417320"/>
            <a:ext cx="1691640" cy="3794760"/>
          </a:xfrm>
          <a:prstGeom prst="roundRect">
            <a:avLst>
              <a:gd name="adj" fmla="val 3784"/>
            </a:avLst>
          </a:prstGeom>
          <a:solidFill>
            <a:srgbClr val="F9E79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98280" y="16459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kern="0" spc="5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2377440"/>
            <a:ext cx="1417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every user type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Platform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51560"/>
            <a:ext cx="5486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882396" y="1965960"/>
            <a:ext cx="2400300" cy="1828800"/>
          </a:xfrm>
          <a:prstGeom prst="roundRect">
            <a:avLst>
              <a:gd name="adj" fmla="val 4000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450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81378" y="216712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9556" y="274320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19556" y="3108960"/>
            <a:ext cx="2125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framework for the user interface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57016" y="1965960"/>
            <a:ext cx="2400300" cy="1828800"/>
          </a:xfrm>
          <a:prstGeom prst="roundRect">
            <a:avLst>
              <a:gd name="adj" fmla="val 4000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450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5998" y="216712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94176" y="274320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94176" y="3108960"/>
            <a:ext cx="2125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powering the backend server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1636" y="1965960"/>
            <a:ext cx="2400300" cy="1828800"/>
          </a:xfrm>
          <a:prstGeom prst="roundRect">
            <a:avLst>
              <a:gd name="adj" fmla="val 4000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450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30618" y="216712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68796" y="274320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3108960"/>
            <a:ext cx="2125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 for building RESTful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06256" y="1965960"/>
            <a:ext cx="2400300" cy="1828800"/>
          </a:xfrm>
          <a:prstGeom prst="roundRect">
            <a:avLst>
              <a:gd name="adj" fmla="val 4000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450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05238" y="216712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43416" y="274320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043416" y="3108960"/>
            <a:ext cx="2125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for structured data storage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2396" y="4069080"/>
            <a:ext cx="2400300" cy="1828800"/>
          </a:xfrm>
          <a:prstGeom prst="roundRect">
            <a:avLst>
              <a:gd name="adj" fmla="val 4000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450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81378" y="427024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9556" y="48463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bcrypt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19556" y="5212080"/>
            <a:ext cx="2125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and password hashing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57016" y="4069080"/>
            <a:ext cx="2400300" cy="1828800"/>
          </a:xfrm>
          <a:prstGeom prst="roundRect">
            <a:avLst>
              <a:gd name="adj" fmla="val 4000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450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5998" y="427024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94176" y="48463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694176" y="5212080"/>
            <a:ext cx="2125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validating API endpoints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31636" y="4069080"/>
            <a:ext cx="2400300" cy="1828800"/>
          </a:xfrm>
          <a:prstGeom prst="roundRect">
            <a:avLst>
              <a:gd name="adj" fmla="val 4000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450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30618" y="427024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68796" y="48463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368796" y="5212080"/>
            <a:ext cx="2125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environment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06256" y="4069080"/>
            <a:ext cx="2400300" cy="1828800"/>
          </a:xfrm>
          <a:prstGeom prst="roundRect">
            <a:avLst>
              <a:gd name="adj" fmla="val 4000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4450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05238" y="4270248"/>
            <a:ext cx="402336" cy="40233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43416" y="4846320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043416" y="5212080"/>
            <a:ext cx="21259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B9B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team collaboration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Platform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Widescreen</PresentationFormat>
  <Paragraphs>93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Deepsikha Biswal</cp:lastModifiedBy>
  <cp:revision>2</cp:revision>
  <dcterms:created xsi:type="dcterms:W3CDTF">2026-08-28T03:34:24Z</dcterms:created>
  <dcterms:modified xsi:type="dcterms:W3CDTF">2026-08-28T03:36:33Z</dcterms:modified>
</cp:coreProperties>
</file>